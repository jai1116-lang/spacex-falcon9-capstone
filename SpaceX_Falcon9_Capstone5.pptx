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CCAFS SLC-40</c:v>
                  </c:pt>
                  <c:pt idx="1">
                    <c:v>KSC LC-39A</c:v>
                  </c:pt>
                  <c:pt idx="2">
                    <c:v>VAFB SLC-4E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0.77</c:v>
                </c:pt>
                <c:pt idx="2">
                  <c:v>0.77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2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Launches</c:v>
                </c:pt>
              </c:strCache>
            </c:strRef>
          </c:tx>
          <c:spPr>
            <a:solidFill>
              <a:srgbClr val="3D8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GTO</c:v>
                  </c:pt>
                  <c:pt idx="1">
                    <c:v>ISS</c:v>
                  </c:pt>
                  <c:pt idx="2">
                    <c:v>VLEO</c:v>
                  </c:pt>
                  <c:pt idx="3">
                    <c:v>PO</c:v>
                  </c:pt>
                  <c:pt idx="4">
                    <c:v>LEO</c:v>
                  </c:pt>
                  <c:pt idx="5">
                    <c:v>SSO</c:v>
                  </c:pt>
                  <c:pt idx="6">
                    <c:v>MEO</c:v>
                  </c:pt>
                  <c:pt idx="7">
                    <c:v>Other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</c:v>
                </c:pt>
                <c:pt idx="1">
                  <c:v>21</c:v>
                </c:pt>
                <c:pt idx="2">
                  <c:v>14</c:v>
                </c:pt>
                <c:pt idx="3">
                  <c:v>9</c:v>
                </c:pt>
                <c:pt idx="4">
                  <c:v>7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Flights 1–45</c:v>
                  </c:pt>
                  <c:pt idx="1">
                    <c:v>Flights 46–90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0.58</c:v>
                </c:pt>
                <c:pt idx="1">
                  <c:v>0.76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2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SVM</c:v>
                  </c:pt>
                  <c:pt idx="2">
                    <c:v>Decision
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</c:v>
                </c:pt>
                <c:pt idx="1">
                  <c:v>0.833</c:v>
                </c:pt>
                <c:pt idx="2">
                  <c:v>0.833</c:v>
                </c:pt>
                <c:pt idx="3">
                  <c:v>0.833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2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6400800" cy="64008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SCIENCE CAPSTONE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First-Stage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first-stage recovery success from launch telemetry, using data collected via public API and web scraping, then modeled with classical ML classifiers.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214884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notebooks, Python scripts, and SQL files for this project are available at:
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https://github.com/jai1116-lang/spacex-falcon9-capstone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collection notebooks (API + web scraping)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wrangling &amp; labeling scripts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EDA (SQL + visualization) notebooks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visual analytics (Folium, Plotly Dash)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Predictive analysis / classification notebook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~$62M, versus $165M+ for competitors — largely because SpaceX reuses the first stage. If we can predict whether a landing will succeed before launch, we can estimate launch cost and better evaluate a competing bid.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analyzed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only, Falcon 1 excluded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2651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743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3429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success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First-stage recovery, all sites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743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3429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test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2651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0" y="2743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52560" y="3429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5256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CCAFS, KSC, VAFB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892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correlates strongly with orbit type and launch recency: later flights (higher flight number), lighter payloads, and orbits like VLEO/LEO land more reliably than heavy GTO missions.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SpaceX's reusable Falcon 9 first stage is the key driver of its low launch cost. Whether a first stage lands successfully depends on many factors — payload mass, orbit, launch site, booster generation, and more. This project builds a data pipeline and classification model to predict landing outcome from pre-launch data.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0" cy="457200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this project answers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90195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901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1874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features most influence landing success?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67919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679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651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landing success improve over time / mission number?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345643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456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3429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launch sites and orbits have the best track record?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4233672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233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landing outcome with a classifier — and how accurate is it?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and Data Wrangling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0744" y="187452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380744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51460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the SpaceX REST API for historical launch records.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24328" y="3017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75204" y="16459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7308" y="187452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0730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4932" y="251460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JSON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12364" y="301752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nested response with pd.json_normalize into a DataFrame.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0892" y="3017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01768" y="16459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3872" y="187452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583387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11496" y="251460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38928" y="301752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the Falcon 9 Launch Wikipedia page with BeautifulSoup for supplementary detail.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77456" y="3017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8332" y="16459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0436" y="187452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806043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38060" y="251460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clean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65492" y="301752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Falcon 1 launches, leaving 90 Falcon 9 flights; handled missing PayloadMass and LandingPad values.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04020" y="3017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454896" y="16459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87000" y="187452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2870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64624" y="251460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outcome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592056" y="301752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 binary Class column (1 = successful landing, 0 = failure) from the raw Outcome text.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clean, labeled dataset of 90 Falcon 9 launches with 17 columns spanning payload, orbit, site, booster, and landing outcome.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Data Visualization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EDA (Seaborn / Matplotlib)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and bar plots: FlightNumber vs. PayloadMass, LaunchSite success rate, Orbit vs. Outcome, and yearly success-rate trend — used to spot which features correlate with landing success before modeling.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96596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🗄️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09360" y="2743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EDA (Db2 / SQLite)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329184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cleaned launch data into a SQL table and queried launch-site counts, payload aggregates, orbit breakdowns, and outcome counts — cross-checking the pandas-based EDA with independent SQL results.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🗺️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all 3 launch sites and every individual launch outcome (success/fail markers) on an interactive Leaflet-based map, with distance lines to the nearest coastline, railway, and city to assess siting constraints.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96596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📈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09360" y="2743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329184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 app with a launch-site dropdown and a payload-mass range slider, driving a live pie chart (success share by site) and scatter plot (payload vs. outcome).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(Classification)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features (StandardScaler) after one-hot encoding categoricals (Orbit, LaunchSite, LandingPad, Serial, GridFins, Reused, Legs) — 83 total columns.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39572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train/test sets (80/20), yielding 18 test samples.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23697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four classifiers — Logistic Regression, SVM, Decision Tree, KNN — with 10-fold cross-validation on the training set.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078224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 hyperparameters per model by validation accuracy, then evaluate all four on the held-out test set.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651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65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91947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test accuracy and confusion matrices to choose the final model.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Visualization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by launch site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41732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count by orbit type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72200" y="1691640"/>
          <a:ext cx="5440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160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improves with mission experience</a:t>
            </a:r>
            <a:endParaRPr lang="en-US" sz="125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548640" y="4480560"/>
          <a:ext cx="110642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Queries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COUNT(*) FROM SPACEXTBL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LaunchSite = 'CCAFS SLC 40'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launches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SUM(Class)*1.0/COUNT(*)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SPACEXTBL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 success (60 of 90)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COUNT(*) FROM SPACEXTBL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Orbit = 'GTO'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launches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COUNT(*) FROM SPACEXTBL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Outcome = 'True ASDS'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drone-ship landings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DISTINCT LaunchSite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SPACEXTBL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SLC-40, KSC LC-39A,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VAFB SLC-4E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MIN(PayloadMass)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SPACEXTBL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query set (9 queries) is in sql/eda_queries.sql and notebooks/03_eda_sql.ipynb in the GitHub repo.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 — Interactive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297680"/>
          </a:xfrm>
          <a:prstGeom prst="roundRect">
            <a:avLst>
              <a:gd name="adj" fmla="val 1702"/>
            </a:avLst>
          </a:prstGeom>
          <a:solidFill>
            <a:srgbClr val="F4F6F9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5" name="Image 0" descr="launch_sites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658368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map shows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680960" y="208483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7909560" y="20116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for all 3 launch sites, colored by aggregate success rate.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299923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7909560" y="29260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launch markers (green = success, red = failure) clustered per site.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391363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38404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lines from each site to the nearest coastline, railway, and city — used to assess siting constraints.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80960" y="482803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47548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launch sites are built near the coast, away from population centers, consistent with safety practice.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— Interactive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297680"/>
          </a:xfrm>
          <a:prstGeom prst="roundRect">
            <a:avLst>
              <a:gd name="adj" fmla="val 1702"/>
            </a:avLst>
          </a:prstGeom>
          <a:solidFill>
            <a:srgbClr val="F4F6F9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5" name="Image 0" descr="dash_dashboard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23160"/>
            <a:ext cx="658368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21208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preview — the live app (notebook 5) adds an interactive site dropdown and payload-mass range slider that filter both charts.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680960" y="2084832"/>
            <a:ext cx="82296" cy="8229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20116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to filter by launch site or view all sites combined.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80960" y="2999232"/>
            <a:ext cx="82296" cy="8229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29260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successful landings by site — KSC LC-39A leads at ~77%.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3913632"/>
            <a:ext cx="82296" cy="8229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38404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slider to filter by payload mass (kg), updating the scatter plot live.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80960" y="4828032"/>
            <a:ext cx="82296" cy="82296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47548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payload mass vs. landing outcome, colored by booster version.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accuracy by model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3949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converge near the same test accuracy on this small (18-sample) held-out set — differences of 1–2 predictions shift the ranking, so cross-validation accuracy (below) is the more stable comparison.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Decision Tree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37360"/>
          <a:ext cx="5349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40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criterion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max_depth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(20% holdout)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263640" y="38862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(Decision Tree, test set)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206240"/>
          <a:ext cx="53492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Fail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Land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Fail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Land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3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1848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is learnable.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classifier reached 83.3% test accuracy predicting first-stage landing outcome from pre-launch features.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67004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matters.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rose from ~58% in the first 45 launches to ~76% in the most recent 45 — SpaceX's landing process improved measurably over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72160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and site matter.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and VAFB SLC-4E outperform CCAFS SLC-40 (~77% vs. 60%); heavy GTO missions land less reliably than lighter LEO/VLEO missions.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77316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value.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kind of model lets a buyer estimate whether a quoted Falcon 9 launch will reuse its booster — and therefore estimate the likely price — before the mission flies.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12700">
            <a:solidFill>
              <a:srgbClr val="274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innovative insights: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 landing prediction as a learning-curve story (58%→76% success as the mission count grows), not just a classifier score, plus a from-scratch dark-themed design and cross-validated SQL/visualization/ML results.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incorporate weather data, add booster-generation features, and test ensemble methods for a further accuracy gain.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2026-08-03T03:11:39Z</dcterms:created>
  <dcterms:modified xsi:type="dcterms:W3CDTF">2026-08-03T03:11:39Z</dcterms:modified>
</cp:coreProperties>
</file>